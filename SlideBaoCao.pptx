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Số phiếu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bubble3D val="0"/>
            <c:spPr>
              <a:solidFill>
                <a:srgbClr val="ED7D31"/>
              </a:solidFill>
              <a:effectLst/>
            </c:spPr>
          </c:dPt>
          <c:dPt>
            <c:idx val="2"/>
            <c:bubble3D val="0"/>
            <c:spPr>
              <a:solidFill>
                <a:srgbClr val="A5A5A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20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20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20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Đang mượn</c:v>
                </c:pt>
                <c:pt idx="1">
                  <c:v>Quá hạn</c:v>
                </c:pt>
                <c:pt idx="2">
                  <c:v>Đã trả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000000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Biểu đồ Donut vì chỉ có 3 nhóm tình trạng và mục đích là xem tỉ lệ trên tổng 4 phiếu. Đang mượn 2, Quá hạn 1, Đã trả 1. Ngoài ra mã sách S099 chưa có trong DanhMucSach nên công thức hiển thị 'Không tìm thấy sách'. Slide này là 1 trong 10 slide, trình bày khoảng 2 phút.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mượn sách đã sạch: 4 phiếu, trong đó 1 phiếu quá hạn cần nhắc trả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463040"/>
          <a:ext cx="45720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303520" y="18288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5303520" y="3108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phiếu quá hạn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tiến độ - Quản lý Thư viện Trường</dc:title>
  <dc:subject>PptxGenJS Presentation</dc:subject>
  <dc:creator>PptxGenJS</dc:creator>
  <cp:lastModifiedBy>PptxGenJS</cp:lastModifiedBy>
  <cp:revision>1</cp:revision>
  <dcterms:created xsi:type="dcterms:W3CDTF">2026-10-19T16:36:45Z</dcterms:created>
  <dcterms:modified xsi:type="dcterms:W3CDTF">2026-10-19T16:36:45Z</dcterms:modified>
</cp:coreProperties>
</file>